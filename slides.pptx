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Tornado onset from radar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 the TorNet detector be re-aimed at the ten minutes before a tornado shows up?</a:t>
            </a:r>
            <a:br/>
            <a:br/>
            <a:r>
              <a:rPr/>
              <a:t>Jake Van Slyke, Jeffrey Gregory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2026-10-15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TorNet is a tornado </a:t>
            </a:r>
            <a:r>
              <a:rPr b="1"/>
              <a:t>detection</a:t>
            </a:r>
            <a:r>
              <a:rPr/>
              <a:t> benchmark: radar chips of a storm, labeled for whether a tornado is in them, and a published CNN that answers that from one scan</a:t>
            </a:r>
          </a:p>
          <a:p>
            <a:pPr lvl="0"/>
            <a:r>
              <a:rPr/>
              <a:t>Detection isn’t what’s missing in the last minutes before a touchdown. A signal </a:t>
            </a:r>
            <a:r>
              <a:rPr i="1"/>
              <a:t>before</a:t>
            </a:r>
            <a:r>
              <a:rPr/>
              <a:t> the signature is obvious would be</a:t>
            </a:r>
          </a:p>
          <a:p>
            <a:pPr lvl="0"/>
            <a:r>
              <a:rPr/>
              <a:t>So the question is </a:t>
            </a:r>
            <a:r>
              <a:rPr b="1"/>
              <a:t>prediction</a:t>
            </a:r>
            <a:r>
              <a:rPr/>
              <a:t>: given the two oldest of a sample’s four scans, how likely is a tornado in each of the two newest, roughly +5 and +10 minutes out?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Keeping it honest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tornado already on the radar is trivial to carry forward, so we score only </a:t>
            </a:r>
            <a:r>
              <a:rPr b="1"/>
              <a:t>pre-onset</a:t>
            </a:r>
            <a:r>
              <a:rPr/>
              <a:t> cases: nothing tornadic in the input scans, tornado present in the last target scan</a:t>
            </a:r>
          </a:p>
          <a:p>
            <a:pPr lvl="0"/>
            <a:r>
              <a:rPr/>
              <a:t>Negatives are the hard ones: storms under a tornado </a:t>
            </a:r>
            <a:r>
              <a:rPr b="1"/>
              <a:t>warning</a:t>
            </a:r>
            <a:r>
              <a:rPr/>
              <a:t> that never produced one</a:t>
            </a:r>
          </a:p>
          <a:p>
            <a:pPr lvl="0"/>
            <a:r>
              <a:rPr/>
              <a:t>Two reference points from the published detector itself, frozen:</a:t>
            </a:r>
          </a:p>
          <a:p>
            <a:pPr lvl="1"/>
            <a:r>
              <a:rPr b="1"/>
              <a:t>floor</a:t>
            </a:r>
            <a:r>
              <a:rPr/>
              <a:t>: the detector on the newest observed scan, what a forecaster already has</a:t>
            </a:r>
          </a:p>
          <a:p>
            <a:pPr lvl="1"/>
            <a:r>
              <a:rPr b="1"/>
              <a:t>ceiling</a:t>
            </a:r>
            <a:r>
              <a:rPr/>
              <a:t>: the detector on the real future scan, what detection gives if the radar forecast were perfect</a:t>
            </a:r>
          </a:p>
          <a:p>
            <a:pPr lvl="0"/>
            <a:r>
              <a:rPr/>
              <a:t>A model lands somewhere between; the result is its paired difference from the floor on the same files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TorNet v1.1: 203,133 samples, 2013 to 2022, four NEXRAD dual-pol scans per sample about five minutes apart, six products at two tilts, a label per scan</a:t>
            </a:r>
          </a:p>
          <a:p>
            <a:pPr lvl="0"/>
            <a:r>
              <a:rPr/>
              <a:t>Repackaged on the Hugging Face Hub as Parquet by year, with the detector’s weights as a PyTorch state dict next to it, so a run needs nothing downloaded by hand</a:t>
            </a:r>
          </a:p>
          <a:p>
            <a:pPr lvl="0"/>
            <a:r>
              <a:rPr/>
              <a:t>This round: </a:t>
            </a:r>
            <a:r>
              <a:rPr b="1"/>
              <a:t>2014 and 2015</a:t>
            </a:r>
            <a:r>
              <a:rPr/>
              <a:t>, cut two ways</a:t>
            </a:r>
          </a:p>
          <a:p>
            <a:pPr lvl="1"/>
            <a:r>
              <a:rPr/>
              <a:t>detection steps: 6,414 clips split by storm group, 1,422 test with 89 positives</a:t>
            </a:r>
          </a:p>
          <a:p>
            <a:pPr lvl="1"/>
            <a:r>
              <a:rPr/>
              <a:t>onset steps: the authors’ partitions, 37,168 train, 6,448 test with 495 pre-onset cases</a:t>
            </a:r>
          </a:p>
          <a:p>
            <a:pPr lvl="0"/>
            <a:r>
              <a:rPr/>
              <a:t>Every model sees a scan exactly as the published detector does, so its weights drop in with no adapter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start from the published CNN: four CoordConv blocks ending in a 384-channel map over an 8 × 15 grid.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Frozen features, small head</a:t>
            </a:r>
          </a:p>
          <a:p>
            <a:pPr lvl="0"/>
            <a:r>
              <a:rPr/>
              <a:t>CNN frozen, 384 pooled features per scan</a:t>
            </a:r>
          </a:p>
          <a:p>
            <a:pPr lvl="0"/>
            <a:r>
              <a:rPr/>
              <a:t>385-parameter linear head, current-scan label</a:t>
            </a:r>
          </a:p>
          <a:p>
            <a:pPr lvl="0"/>
            <a:r>
              <a:rPr/>
              <a:t>two scans: feature vectors averaged</a:t>
            </a:r>
          </a:p>
          <a:p>
            <a:pPr lvl="0"/>
            <a:r>
              <a:rPr/>
              <a:t>three seeds, validation picks everything, test touched once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scans, the authors’ head, onset target</a:t>
            </a:r>
          </a:p>
          <a:p>
            <a:pPr lvl="0"/>
            <a:r>
              <a:rPr/>
              <a:t>CNN on both scans, maps concatenated cell by cell (768 channels)</a:t>
            </a:r>
          </a:p>
          <a:p>
            <a:pPr lvl="0"/>
            <a:r>
              <a:rPr/>
              <a:t>a fresh copy of the authors’ head: 1×1 convs to a per-cell logit, max over cells</a:t>
            </a:r>
          </a:p>
          <a:p>
            <a:pPr lvl="0"/>
            <a:r>
              <a:rPr/>
              <a:t>one logit per horizon, weighted BCE against the future labels</a:t>
            </a:r>
          </a:p>
          <a:p>
            <a:pPr lvl="0"/>
            <a:r>
              <a:rPr/>
              <a:t>CNN frozen in one run, fine-tuned at a tenth of the head’s learning rate in the other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ladder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steps, each changing one thing. The first two stay on the detection task to check the ingredients before the task changes.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4700"/>
                <a:gridCol w="1536700"/>
                <a:gridCol w="15367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what changes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nothing trained: the published detector, one scan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what does it already give?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new linear head on frozen features, current scan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can a retrained head beat the detector at its own job?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the scan five minutes earlier added, features averaged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does a second scan carry anything the first doesn’t?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frozen CNN, both scans, the authors’ head retrained on +5 / +10 labels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can the features be re-aimed at “will it appear”?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the CNN unfrozen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does adapting the features buy more?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Steps 1 and 2: the detection task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5300"/>
                <a:gridCol w="2349500"/>
                <a:gridCol w="2349500"/>
                <a:gridCol w="1765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configuration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validation 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test 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at the locked threshold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original pretrained CNN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0.517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68 of 89 found, 276 false alarms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step 1: current scan, linear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0.658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0.508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70 found, 571 false alarms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step 2: two-scan mean, linear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0.675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0.548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69 found, 564 false alarms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current scan, MLP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0.670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not selected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warned negatives ×2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0.656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not selected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Step 1: no.</a:t>
            </a:r>
            <a:r>
              <a:rPr/>
              <a:t> A new head on frozen features doesn’t beat the detector’s own, and neither head capacity nor reweighting changes that</a:t>
            </a:r>
          </a:p>
          <a:p>
            <a:pPr lvl="0"/>
            <a:r>
              <a:rPr b="1"/>
              <a:t>Step 2: yes, with a caveat.</a:t>
            </a:r>
            <a:r>
              <a:rPr/>
              <a:t> The second scan was the only change that moved validation and it carried to test, but false alarms doubled and the paired interval on the gain, [−0.06, +0.16], includes zero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Steps 1 and 2: the picture</a:t>
            </a:r>
          </a:p>
        </p:txBody>
      </p:sp>
      <p:pic>
        <p:nvPicPr>
          <p:cNvPr descr="figures/jg_adaptations_p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58900"/>
            <a:ext cx="8229600" cy="3060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0: the stakes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Pre-onset AUC against warned storms, 2014–2015 test set, 495 pre-onset cases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/>
                <a:gridCol w="1854200"/>
                <a:gridCol w="18542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+5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+10 min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floor: detector on the newest scan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0.731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0.726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ceiling: detector on the future scan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0.769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0.797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ceiling minus floor, paired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+0.038 [+0.016, +0.063]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+0.071 [+0.048, +0.093]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detector carried forward already scores 0.73: the signature is often half-formed five minutes before the label flips</a:t>
            </a:r>
          </a:p>
          <a:p>
            <a:pPr lvl="0"/>
            <a:r>
              <a:rPr/>
              <a:t>The gap to the ceiling is the entire prize for forecasting the radar: 0.04 at +5, 0.07 at +10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Steps 3 and 4: the onset task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5400"/>
                <a:gridCol w="1727200"/>
                <a:gridCol w="1727200"/>
                <a:gridCol w="1727200"/>
                <a:gridCol w="17272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+5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paired vs floor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+10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paired vs floor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floor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0.731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0.726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3: frozen CNN, two scans, new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0.699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−0.032 [−0.045, −0.020]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0.710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−0.017 [−0.024, −0.010]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4: fine-tuned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0.724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−0.007 [−0.031, +0.015]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0.728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+0.001 [−0.016, +0.018]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ceiling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0.769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0.797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Step 3 lands below the floor</a:t>
            </a:r>
            <a:r>
              <a:rPr/>
              <a:t>, and not by noise: step 1’s answer again on the harder task</a:t>
            </a:r>
          </a:p>
          <a:p>
            <a:pPr lvl="0"/>
            <a:r>
              <a:rPr b="1"/>
              <a:t>Step 4 recovers the floor and no more.</a:t>
            </a:r>
            <a:r>
              <a:rPr/>
              <a:t> Fine-tuning lifts the head by about 0.02 to a tie with the detector; validation was still rising at the epoch cap</a:t>
            </a:r>
          </a:p>
          <a:p>
            <a:pPr lvl="0"/>
            <a:r>
              <a:rPr/>
              <a:t>Same picture in each year: ties the floor in 2015, trails it in 2014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Steps 3 and 4: the picture</a:t>
            </a:r>
          </a:p>
        </p:txBody>
      </p:sp>
      <p:pic>
        <p:nvPicPr>
          <p:cNvPr descr="figures/lad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44600"/>
            <a:ext cx="8229600" cy="328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detector can be pointed at the ten minutes before a tornado, and what it finds there is what it already finds in the latest scan</a:t>
            </a:r>
          </a:p>
          <a:p>
            <a:pPr lvl="0"/>
            <a:r>
              <a:rPr/>
              <a:t>Its features carry a real early signal, which is why the floor sits at 0.73</a:t>
            </a:r>
          </a:p>
          <a:p>
            <a:pPr lvl="0"/>
            <a:r>
              <a:rPr/>
              <a:t>Re-reading or fine-tuning them over two scans adds nothing to it, and even a perfect next scan would add only a few hundredths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What’s next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Cheap:</a:t>
            </a:r>
            <a:r>
              <a:rPr/>
              <a:t> the full dataset. Ten years is a config change, and it fixes what limited this round: a fine-tune still improving at the cap, and intervals wide enough to hide a gain of a couple of hundredths</a:t>
            </a:r>
          </a:p>
          <a:p>
            <a:pPr lvl="0"/>
            <a:r>
              <a:rPr b="1"/>
              <a:t>Larger:</a:t>
            </a:r>
            <a:r>
              <a:rPr/>
              <a:t> use the detector for detecting, and build what’s missing around it</a:t>
            </a:r>
          </a:p>
          <a:p>
            <a:pPr lvl="1"/>
            <a:r>
              <a:rPr/>
              <a:t>longer storm histories than two scans, so a temporal model learns how a storm has been evolving rather than one difference</a:t>
            </a:r>
          </a:p>
          <a:p>
            <a:pPr lvl="1"/>
            <a:r>
              <a:rPr/>
              <a:t>a forecasting model that learns those patterns and does two jobs: hands the detector the context one scan leaves out, and predicts the radar itself so the detector reads a forecast scan</a:t>
            </a:r>
          </a:p>
          <a:p>
            <a:pPr lvl="0"/>
            <a:r>
              <a:rPr/>
              <a:t>The ceiling is exactly that model with perfect predictions, and the first number in this project that clears the floor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Tornado onset from radar</dc:title>
  <dc:creator>Jake Van Slyke, Jeffrey Gregory</dc:creator>
  <cp:keywords/>
  <dcterms:created xsi:type="dcterms:W3CDTF">2026-10-15T06:18:50Z</dcterms:created>
  <dcterms:modified xsi:type="dcterms:W3CDTF">2026-10-15T06:18:50Z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2026-10-15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Can the TorNet detector be re-aimed at the ten minutes before a tornado shows up?</vt:lpwstr>
  </property>
  <property fmtid="{D5CDD505-2E9C-101B-9397-08002B2CF9AE}" pid="11" name="toc-title">
    <vt:lpwstr>Table of contents</vt:lpwstr>
  </property>
</Properties>
</file>