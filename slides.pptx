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Tornado onset from radar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the TorNet detector be re-aimed at the ten minutes before a tornado shows up?</a:t>
            </a:r>
            <a:br/>
            <a:br/>
            <a:r>
              <a:rPr/>
              <a:t>Jake Van Slyke, Jeffrey Gregory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TorNet is a tornado </a:t>
            </a:r>
            <a:r>
              <a:rPr b="1"/>
              <a:t>detection</a:t>
            </a:r>
            <a:r>
              <a:rPr/>
              <a:t> benchmark: radar chips of a storm, labeled for whether a tornado is in them, and a published CNN that answers that from one scan</a:t>
            </a:r>
          </a:p>
          <a:p>
            <a:pPr lvl="0"/>
            <a:r>
              <a:rPr/>
              <a:t>Detection isn’t what’s missing in the last minutes before a touchdown. What’s missing is a signal </a:t>
            </a:r>
            <a:r>
              <a:rPr i="1"/>
              <a:t>before</a:t>
            </a:r>
            <a:r>
              <a:rPr/>
              <a:t> the signature is obvious</a:t>
            </a:r>
          </a:p>
          <a:p>
            <a:pPr lvl="0"/>
            <a:r>
              <a:rPr/>
              <a:t>So the question is </a:t>
            </a:r>
            <a:r>
              <a:rPr b="1"/>
              <a:t>prediction</a:t>
            </a:r>
            <a:r>
              <a:rPr/>
              <a:t>: given the two oldest of a sample’s four scans, how likely is a tornado in each of the two newest, about +5 and +10 minutes out?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Keeping it honest: what gets scored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tornado already on the radar is trivial to carry forward</a:t>
            </a:r>
          </a:p>
          <a:p>
            <a:pPr lvl="0"/>
            <a:r>
              <a:rPr/>
              <a:t>So we score only </a:t>
            </a:r>
            <a:r>
              <a:rPr b="1"/>
              <a:t>pre-onset</a:t>
            </a:r>
            <a:r>
              <a:rPr/>
              <a:t> cases: nothing tornadic in the input scans, a tornado in the last target scan</a:t>
            </a:r>
          </a:p>
          <a:p>
            <a:pPr lvl="0"/>
            <a:r>
              <a:rPr/>
              <a:t>Negatives are the hard ones: storms under a tornado </a:t>
            </a:r>
            <a:r>
              <a:rPr b="1"/>
              <a:t>warning</a:t>
            </a:r>
            <a:r>
              <a:rPr/>
              <a:t> that never produced one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Keeping it honest: floor and ceiling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Both come from the published detector itself, frozen, as released</a:t>
            </a:r>
          </a:p>
          <a:p>
            <a:pPr lvl="0"/>
            <a:r>
              <a:rPr b="1"/>
              <a:t>Floor</a:t>
            </a:r>
            <a:r>
              <a:rPr/>
              <a:t>: the detector on the newest observed scan. What a forecaster already has</a:t>
            </a:r>
          </a:p>
          <a:p>
            <a:pPr lvl="0"/>
            <a:r>
              <a:rPr b="1"/>
              <a:t>Ceiling</a:t>
            </a:r>
            <a:r>
              <a:rPr/>
              <a:t>: the detector on the real future scan. What detection gives if the radar forecast were perfect</a:t>
            </a:r>
          </a:p>
          <a:p>
            <a:pPr lvl="0"/>
            <a:r>
              <a:rPr/>
              <a:t>A model lands somewhere between. The result is its paired difference from the floor on the same test files, with a 95% interval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TorNet v1.1: 203,133 samples, 2013 to 2022. Four NEXRAD dual-pol scans per sample about five minutes apart, six products at two tilts, a label per scan</a:t>
            </a:r>
          </a:p>
          <a:p>
            <a:pPr lvl="0"/>
            <a:r>
              <a:rPr/>
              <a:t>Repackaged on the Hugging Face Hub as Parquet by year, detector weights alongside: nothing to download by hand</a:t>
            </a:r>
          </a:p>
          <a:p>
            <a:pPr lvl="0"/>
            <a:r>
              <a:rPr/>
              <a:t>This round is </a:t>
            </a:r>
            <a:r>
              <a:rPr b="1"/>
              <a:t>2014 and 2015</a:t>
            </a:r>
            <a:r>
              <a:rPr/>
              <a:t>, cut two ways</a:t>
            </a:r>
          </a:p>
          <a:p>
            <a:pPr lvl="1"/>
            <a:r>
              <a:rPr/>
              <a:t>detection steps: 6,414 clips split by storm group, 1,422 test with 89 positives</a:t>
            </a:r>
          </a:p>
          <a:p>
            <a:pPr lvl="1"/>
            <a:r>
              <a:rPr/>
              <a:t>onset steps: the authors’ partitions, 37,168 train, 6,448 test with 495 pre-onset cases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A: frozen features, small 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published CNN, frozen: four CoordConv blocks ending in a 384-channel map over an 8 × 15 grid</a:t>
            </a:r>
          </a:p>
          <a:p>
            <a:pPr lvl="0"/>
            <a:r>
              <a:rPr/>
              <a:t>Each scan reduced to its 384 pooled features, scaled, read by a 385-parameter linear head</a:t>
            </a:r>
          </a:p>
          <a:p>
            <a:pPr lvl="0"/>
            <a:r>
              <a:rPr/>
              <a:t>Target: tornado presence in the </a:t>
            </a:r>
            <a:r>
              <a:rPr b="1"/>
              <a:t>current</a:t>
            </a:r>
            <a:r>
              <a:rPr/>
              <a:t> scan</a:t>
            </a:r>
          </a:p>
          <a:p>
            <a:pPr lvl="0"/>
            <a:r>
              <a:rPr/>
              <a:t>With two scans, the current and the one five minutes earlier, the feature vectors are averaged</a:t>
            </a:r>
          </a:p>
          <a:p>
            <a:pPr lvl="0"/>
            <a:r>
              <a:rPr/>
              <a:t>Three seeds, validation picks the epoch and threshold, test touched once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B: two scans, the authors’ head, onset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same CNN run on both input scans, the two maps concatenated cell by cell into 768 channels</a:t>
            </a:r>
          </a:p>
          <a:p>
            <a:pPr lvl="0"/>
            <a:r>
              <a:rPr/>
              <a:t>On top, a fresh copy of the authors’ own head: 1×1 convs to a per-cell logit, max over cells</a:t>
            </a:r>
          </a:p>
          <a:p>
            <a:pPr lvl="0"/>
            <a:r>
              <a:rPr/>
              <a:t>One logit per horizon, weighted cross-entropy against the </a:t>
            </a:r>
            <a:r>
              <a:rPr b="1"/>
              <a:t>future</a:t>
            </a:r>
            <a:r>
              <a:rPr/>
              <a:t> scans’ labels</a:t>
            </a:r>
          </a:p>
          <a:p>
            <a:pPr lvl="0"/>
            <a:r>
              <a:rPr/>
              <a:t>CNN frozen in one run, fine-tuned at a tenth of the head’s learning rate in the other</a:t>
            </a:r>
          </a:p>
          <a:p>
            <a:pPr lvl="0"/>
            <a:r>
              <a:rPr/>
              <a:t>Early stopping on validation AUC, cap of five epochs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ladder: five steps, one change each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3708400"/>
                <a:gridCol w="3708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nothing trained: the published detector, one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does it already give?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new linear head on frozen features, current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can a retrained head beat the detector at its own job?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 scan five minutes earlier added, features averaged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does a second scan carry anything the first doesn’t?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frozen CNN, both scans, the authors’ head retrained on +5 / +10 labels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can the features be re-aimed at “will it appear”?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 CNN unfrozen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does adapting the features buy more?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 and 2: the detection task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24000"/>
                <a:gridCol w="1219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validation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test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at the locked threshold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original pretrained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0.517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68 of 89 found, 276 false alarms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step 1: current scan, linear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0.508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 found, 571 false alarms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step 2: two-scan mean, linear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0.675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0.548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69 found, 564 false alarms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current scan, MLP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 selected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warned negatives ×2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not selected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 and 2: what they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no.</a:t>
            </a:r>
            <a:r>
              <a:rPr/>
              <a:t> A new head on the frozen features doesn’t beat the detector’s own, and neither head capacity nor reweighting changes that</a:t>
            </a:r>
          </a:p>
          <a:p>
            <a:pPr lvl="0"/>
            <a:r>
              <a:rPr/>
              <a:t>The detector’s readout is about as good as its features get: more needs new information, not a better readout</a:t>
            </a:r>
          </a:p>
          <a:p>
            <a:pPr lvl="0"/>
            <a:r>
              <a:rPr b="1"/>
              <a:t>Step 2: yes, with a caveat.</a:t>
            </a:r>
            <a:r>
              <a:rPr/>
              <a:t> Only the second scan moved validation, and it carried to test: it carries signal the first scan doesn’t</a:t>
            </a:r>
          </a:p>
          <a:p>
            <a:pPr lvl="0"/>
            <a:r>
              <a:rPr/>
              <a:t>But false alarms doubled at the same recall, and the paired interval on the gain, [−0.06, +0.16], includes zero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 and 2: the picture</a:t>
            </a:r>
          </a:p>
        </p:txBody>
      </p:sp>
      <p:pic>
        <p:nvPicPr>
          <p:cNvPr descr="figures/jg_adaptations_p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0: the stakes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6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pre-onset AUC vs warned storms, 2014–2015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+10 min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floor: detector on the newest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ceiling: detector on the future scan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ceiling minus floor, paired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+0.038 [+0.016, +0.063]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+0.071 [+0.048, +0.093]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0: what it 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detector carried forward already scores 0.73 on 495 pre-onset cases: the signature is often half-formed five minutes before the label flips</a:t>
            </a:r>
          </a:p>
          <a:p>
            <a:pPr lvl="0"/>
            <a:r>
              <a:rPr/>
              <a:t>The gap to the ceiling is the entire prize for forecasting the radar: 0.04 at +5, 0.07 at +10</a:t>
            </a:r>
          </a:p>
          <a:p>
            <a:pPr lvl="0"/>
            <a:r>
              <a:rPr/>
              <a:t>Even a perfect picture of the next scan, read by this detector, adds that much and no more. Anything steps 3 and 4 gain has to fit inside 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3 and 4: the onset task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/>
                <a:gridCol w="1460500"/>
                <a:gridCol w="1727200"/>
                <a:gridCol w="1460500"/>
                <a:gridCol w="1727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pre-onset AUC vs warned storms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paired vs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paired vs floor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floor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3: frozen CNN, two scans, new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−0.032 [−0.045, −0.020]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−0.017 [−0.024, −0.010]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4: fine-tuned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−0.007 [−0.031, +0.015]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+0.001 [−0.016, +0.018]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ceiling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3 and 4: what they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3 lands below the floor</a:t>
            </a:r>
            <a:r>
              <a:rPr/>
              <a:t>, and not by noise. Step 1’s answer again on the harder task: a new head on frozen features doesn’t match the published head carried forward</a:t>
            </a:r>
          </a:p>
          <a:p>
            <a:pPr lvl="0"/>
            <a:r>
              <a:rPr b="1"/>
              <a:t>Step 4 recovers the floor and no more.</a:t>
            </a:r>
            <a:r>
              <a:rPr/>
              <a:t> Fine-tuning lifts the head by about 0.02 to a tie with the detector at both horizons</a:t>
            </a:r>
          </a:p>
          <a:p>
            <a:pPr lvl="0"/>
            <a:r>
              <a:rPr/>
              <a:t>Validation was still rising at the epoch cap, so a longer fine-tune might take a little more. The ceiling bounds how much</a:t>
            </a:r>
          </a:p>
          <a:p>
            <a:pPr lvl="0"/>
            <a:r>
              <a:rPr/>
              <a:t>Same picture in each year: ties the floor in 2015, trails it in 2014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3 and 4: the picture</a:t>
            </a:r>
          </a:p>
        </p:txBody>
      </p:sp>
      <p:pic>
        <p:nvPicPr>
          <p:cNvPr descr="figures/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detector can be pointed at the ten minutes before a tornado, and what it finds there is what it already finds in the latest scan</a:t>
            </a:r>
          </a:p>
          <a:p>
            <a:pPr lvl="0"/>
            <a:r>
              <a:rPr/>
              <a:t>Its features carry a real early signal, which is why the floor sits at 0.73</a:t>
            </a:r>
          </a:p>
          <a:p>
            <a:pPr lvl="0"/>
            <a:r>
              <a:rPr/>
              <a:t>Re-reading or fine-tuning them over two scans adds nothing to it, and even a perfect next scan would add only a few hundredths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next: cheap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full dataset. Ten years is a config change</a:t>
            </a:r>
          </a:p>
          <a:p>
            <a:pPr lvl="0"/>
            <a:r>
              <a:rPr/>
              <a:t>It fixes the two things that limited this round: a fine-tune still improving at the cap, and test intervals wide enough to hide a gain of a couple of hundredths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next: larger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the detector for detecting, and build what’s missing around it</a:t>
            </a:r>
          </a:p>
          <a:p>
            <a:pPr lvl="0"/>
            <a:r>
              <a:rPr b="1"/>
              <a:t>Longer storm histories</a:t>
            </a:r>
            <a:r>
              <a:rPr/>
              <a:t> than two scans, so a temporal model learns how a storm has been evolving rather than one difference</a:t>
            </a:r>
          </a:p>
          <a:p>
            <a:pPr lvl="0"/>
            <a:r>
              <a:rPr b="1"/>
              <a:t>A forecasting model</a:t>
            </a:r>
            <a:r>
              <a:rPr/>
              <a:t> that learns those patterns and does two jobs: hands the detector the context one scan leaves out, and predicts the radar itself, so the detector reads a forecast scan</a:t>
            </a:r>
          </a:p>
          <a:p>
            <a:pPr lvl="0"/>
            <a:r>
              <a:rPr/>
              <a:t>The ceiling is exactly that model with perfect predictions, and the first number in this project that clears the floor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Tornado onset from radar</dc:title>
  <dc:creator>Jake Van Slyke, Jeffrey Gregory</dc:creator>
  <cp:keywords/>
  <dcterms:created xsi:type="dcterms:W3CDTF">2026-10-15T06:47:46Z</dcterms:created>
  <dcterms:modified xsi:type="dcterms:W3CDTF">2026-10-15T06:47:46Z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2026-10-15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Can the TorNet detector be re-aimed at the ten minutes before a tornado shows up?</vt:lpwstr>
  </property>
  <property fmtid="{D5CDD505-2E9C-101B-9397-08002B2CF9AE}" pid="11" name="toc-title">
    <vt:lpwstr>Table of contents</vt:lpwstr>
  </property>
</Properties>
</file>